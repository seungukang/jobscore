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7" d="100"/>
          <a:sy n="77" d="100"/>
        </p:scale>
        <p:origin x="57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12.png"/><Relationship Id="rId17" Type="http://schemas.openxmlformats.org/officeDocument/2006/relationships/image" Target="../media/image38.png"/><Relationship Id="rId2" Type="http://schemas.openxmlformats.org/officeDocument/2006/relationships/image" Target="../media/image3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6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47.png"/><Relationship Id="rId18" Type="http://schemas.openxmlformats.org/officeDocument/2006/relationships/image" Target="../media/image21.png"/><Relationship Id="rId26" Type="http://schemas.openxmlformats.org/officeDocument/2006/relationships/image" Target="../media/image57.png"/><Relationship Id="rId3" Type="http://schemas.openxmlformats.org/officeDocument/2006/relationships/image" Target="../media/image40.png"/><Relationship Id="rId21" Type="http://schemas.openxmlformats.org/officeDocument/2006/relationships/image" Target="../media/image54.png"/><Relationship Id="rId7" Type="http://schemas.openxmlformats.org/officeDocument/2006/relationships/image" Target="../media/image43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23.png"/><Relationship Id="rId2" Type="http://schemas.openxmlformats.org/officeDocument/2006/relationships/image" Target="../media/image3.png"/><Relationship Id="rId16" Type="http://schemas.openxmlformats.org/officeDocument/2006/relationships/image" Target="../media/image50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5.png"/><Relationship Id="rId24" Type="http://schemas.openxmlformats.org/officeDocument/2006/relationships/image" Target="../media/image56.png"/><Relationship Id="rId5" Type="http://schemas.openxmlformats.org/officeDocument/2006/relationships/image" Target="../media/image41.png"/><Relationship Id="rId15" Type="http://schemas.openxmlformats.org/officeDocument/2006/relationships/image" Target="../media/image49.png"/><Relationship Id="rId23" Type="http://schemas.openxmlformats.org/officeDocument/2006/relationships/image" Target="../media/image55.png"/><Relationship Id="rId10" Type="http://schemas.openxmlformats.org/officeDocument/2006/relationships/image" Target="../media/image44.png"/><Relationship Id="rId19" Type="http://schemas.openxmlformats.org/officeDocument/2006/relationships/image" Target="../media/image52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48.png"/><Relationship Id="rId22" Type="http://schemas.openxmlformats.org/officeDocument/2006/relationships/image" Target="../media/image19.png"/><Relationship Id="rId27" Type="http://schemas.openxmlformats.org/officeDocument/2006/relationships/image" Target="../media/image5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26" Type="http://schemas.openxmlformats.org/officeDocument/2006/relationships/hyperlink" Target="https://seungukang.github.io/JobScore/frontend/index.html" TargetMode="External"/><Relationship Id="rId3" Type="http://schemas.openxmlformats.org/officeDocument/2006/relationships/image" Target="../media/image59.png"/><Relationship Id="rId21" Type="http://schemas.openxmlformats.org/officeDocument/2006/relationships/image" Target="../media/image76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5" Type="http://schemas.openxmlformats.org/officeDocument/2006/relationships/image" Target="../media/image80.png"/><Relationship Id="rId2" Type="http://schemas.openxmlformats.org/officeDocument/2006/relationships/image" Target="../media/image3.png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24" Type="http://schemas.openxmlformats.org/officeDocument/2006/relationships/image" Target="../media/image79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23" Type="http://schemas.openxmlformats.org/officeDocument/2006/relationships/image" Target="../media/image78.png"/><Relationship Id="rId10" Type="http://schemas.openxmlformats.org/officeDocument/2006/relationships/image" Target="../media/image65.png"/><Relationship Id="rId19" Type="http://schemas.openxmlformats.org/officeDocument/2006/relationships/image" Target="../media/image74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Relationship Id="rId22" Type="http://schemas.openxmlformats.org/officeDocument/2006/relationships/image" Target="../media/image77.png"/><Relationship Id="rId27" Type="http://schemas.openxmlformats.org/officeDocument/2006/relationships/hyperlink" Target="https://youtu.be/lZ3z0DGQkOg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3" Type="http://schemas.openxmlformats.org/officeDocument/2006/relationships/image" Target="../media/image82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" Type="http://schemas.openxmlformats.org/officeDocument/2006/relationships/image" Target="../media/image81.png"/><Relationship Id="rId16" Type="http://schemas.openxmlformats.org/officeDocument/2006/relationships/image" Target="../media/image93.png"/><Relationship Id="rId20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88.png"/><Relationship Id="rId5" Type="http://schemas.openxmlformats.org/officeDocument/2006/relationships/image" Target="../media/image83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19" Type="http://schemas.openxmlformats.org/officeDocument/2006/relationships/image" Target="../media/image96.png"/><Relationship Id="rId4" Type="http://schemas.openxmlformats.org/officeDocument/2006/relationships/image" Target="../media/image3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8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12.png"/><Relationship Id="rId10" Type="http://schemas.openxmlformats.org/officeDocument/2006/relationships/image" Target="../media/image104.png"/><Relationship Id="rId4" Type="http://schemas.openxmlformats.org/officeDocument/2006/relationships/image" Target="../media/image99.png"/><Relationship Id="rId9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5400000">
            <a:off x="-4038600" y="8686800"/>
            <a:ext cx="13944600" cy="11823700"/>
          </a:xfrm>
          <a:prstGeom prst="rect">
            <a:avLst/>
          </a:prstGeom>
          <a:effectLst>
            <a:outerShdw blurRad="472914" dist="1091340">
              <a:srgbClr val="FFFFFF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-5400000">
            <a:off x="2755900" y="2222500"/>
            <a:ext cx="22047200" cy="22987000"/>
          </a:xfrm>
          <a:prstGeom prst="rect">
            <a:avLst/>
          </a:prstGeom>
          <a:effectLst>
            <a:outerShdw blurRad="881951" dist="1017636" dir="10800000">
              <a:srgbClr val="FFFFFF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400" y="12700"/>
            <a:ext cx="24422100" cy="317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24142700" y="11633200"/>
            <a:ext cx="241300" cy="1257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5676900"/>
            <a:ext cx="18681700" cy="87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2908300"/>
            <a:ext cx="14452600" cy="2324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2311400" y="7404100"/>
            <a:ext cx="9156700" cy="533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90100" y="12992100"/>
            <a:ext cx="16129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 rot="5400000">
            <a:off x="-635000" y="9918700"/>
            <a:ext cx="10756900" cy="9537700"/>
          </a:xfrm>
          <a:prstGeom prst="rect">
            <a:avLst/>
          </a:prstGeom>
          <a:effectLst>
            <a:outerShdw blurRad="381350" dist="880038">
              <a:srgbClr val="FFFFFF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5060000">
            <a:off x="1168400" y="-1917700"/>
            <a:ext cx="23126700" cy="24104600"/>
          </a:xfrm>
          <a:prstGeom prst="rect">
            <a:avLst/>
          </a:prstGeom>
          <a:effectLst>
            <a:outerShdw blurRad="924879" dist="1067168" dir="11940000">
              <a:srgbClr val="FFFFFF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8100" y="139700"/>
            <a:ext cx="15278100" cy="13474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24206200" y="13068300"/>
            <a:ext cx="190500" cy="635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6900" y="1536700"/>
            <a:ext cx="7251700" cy="1892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90100" y="12992100"/>
            <a:ext cx="1612900" cy="43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81000" y="2222500"/>
            <a:ext cx="83947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90000"/>
          </a:blip>
          <a:stretch>
            <a:fillRect/>
          </a:stretch>
        </p:blipFill>
        <p:spPr>
          <a:xfrm>
            <a:off x="11671300" y="2222500"/>
            <a:ext cx="10287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84000" y="2273300"/>
            <a:ext cx="990600" cy="711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93700" y="4572000"/>
            <a:ext cx="83947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>
            <a:alphaModFix amt="90000"/>
          </a:blip>
          <a:stretch>
            <a:fillRect/>
          </a:stretch>
        </p:blipFill>
        <p:spPr>
          <a:xfrm>
            <a:off x="11684000" y="4572000"/>
            <a:ext cx="10287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96700" y="4610100"/>
            <a:ext cx="990600" cy="711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06400" y="6908800"/>
            <a:ext cx="83947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alphaModFix amt="90000"/>
          </a:blip>
          <a:stretch>
            <a:fillRect/>
          </a:stretch>
        </p:blipFill>
        <p:spPr>
          <a:xfrm>
            <a:off x="11696700" y="6908800"/>
            <a:ext cx="1028700" cy="825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709400" y="6959600"/>
            <a:ext cx="990600" cy="711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93700" y="9245600"/>
            <a:ext cx="8394700" cy="825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alphaModFix amt="90000"/>
          </a:blip>
          <a:stretch>
            <a:fillRect/>
          </a:stretch>
        </p:blipFill>
        <p:spPr>
          <a:xfrm>
            <a:off x="11684000" y="9245600"/>
            <a:ext cx="1028700" cy="825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96700" y="9296400"/>
            <a:ext cx="990600" cy="711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519900" y="711200"/>
            <a:ext cx="4038600" cy="431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25400" y="12700"/>
            <a:ext cx="244221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2700"/>
            <a:ext cx="24422100" cy="31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4064000"/>
            <a:ext cx="21424900" cy="839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1282700"/>
            <a:ext cx="10464800" cy="1892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0" y="6134100"/>
            <a:ext cx="77978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7800" y="5334000"/>
            <a:ext cx="8280400" cy="558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7800" y="4572000"/>
            <a:ext cx="7429500" cy="762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7800" y="6985000"/>
            <a:ext cx="18249900" cy="1625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9600" y="7277100"/>
            <a:ext cx="17233900" cy="1092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17800" y="9474200"/>
            <a:ext cx="18249900" cy="186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49600" y="9867900"/>
            <a:ext cx="17233900" cy="1092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>
            <a:off x="24206200" y="13068300"/>
            <a:ext cx="190500" cy="635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1612900" y="4445000"/>
            <a:ext cx="1016000" cy="317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390100" y="12992100"/>
            <a:ext cx="1612900" cy="431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49600" y="6692900"/>
            <a:ext cx="1790700" cy="584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75000" y="9169400"/>
            <a:ext cx="2044700" cy="698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38500" y="6692900"/>
            <a:ext cx="1765300" cy="558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38500" y="9169400"/>
            <a:ext cx="19050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2700"/>
            <a:ext cx="24422100" cy="31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282700"/>
            <a:ext cx="9436100" cy="1892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24206200" y="13068300"/>
            <a:ext cx="190500" cy="635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90100" y="12992100"/>
            <a:ext cx="1612900" cy="431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902200"/>
            <a:ext cx="6908800" cy="300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8200" y="6223000"/>
            <a:ext cx="7010400" cy="203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90000"/>
          </a:blip>
          <a:stretch>
            <a:fillRect/>
          </a:stretch>
        </p:blipFill>
        <p:spPr>
          <a:xfrm>
            <a:off x="1587500" y="4495800"/>
            <a:ext cx="10287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0200" y="4546600"/>
            <a:ext cx="9906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1700" y="5549900"/>
            <a:ext cx="6426200" cy="635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46300" y="6604000"/>
            <a:ext cx="5664200" cy="914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>
            <a:off x="9017000" y="5207000"/>
            <a:ext cx="6375400" cy="637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48800" y="5676900"/>
            <a:ext cx="5499100" cy="5499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63900" y="9232900"/>
            <a:ext cx="6908800" cy="3009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14600" y="10553700"/>
            <a:ext cx="6959600" cy="203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85300" y="7988300"/>
            <a:ext cx="5613400" cy="1422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39300" y="7327900"/>
            <a:ext cx="5105400" cy="571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9220200"/>
            <a:ext cx="6908800" cy="3009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20900" y="10541000"/>
            <a:ext cx="6997700" cy="203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alphaModFix amt="90000"/>
          </a:blip>
          <a:stretch>
            <a:fillRect/>
          </a:stretch>
        </p:blipFill>
        <p:spPr>
          <a:xfrm>
            <a:off x="1600200" y="8813800"/>
            <a:ext cx="1028700" cy="825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12900" y="8864600"/>
            <a:ext cx="990600" cy="711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84400" y="9867900"/>
            <a:ext cx="6426200" cy="635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71700" y="10731500"/>
            <a:ext cx="5664200" cy="13589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51200" y="4902200"/>
            <a:ext cx="6908800" cy="3009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201900" y="6223000"/>
            <a:ext cx="6972300" cy="2032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alphaModFix amt="90000"/>
          </a:blip>
          <a:stretch>
            <a:fillRect/>
          </a:stretch>
        </p:blipFill>
        <p:spPr>
          <a:xfrm>
            <a:off x="15951200" y="4495800"/>
            <a:ext cx="1028700" cy="8255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963900" y="4546600"/>
            <a:ext cx="990600" cy="7112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535400" y="5549900"/>
            <a:ext cx="5676900" cy="6350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522700" y="6426200"/>
            <a:ext cx="5664200" cy="13589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8">
            <a:alphaModFix amt="90000"/>
          </a:blip>
          <a:stretch>
            <a:fillRect/>
          </a:stretch>
        </p:blipFill>
        <p:spPr>
          <a:xfrm>
            <a:off x="15976600" y="8826500"/>
            <a:ext cx="1028700" cy="8255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989300" y="8877300"/>
            <a:ext cx="990600" cy="7112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6548100" y="9880600"/>
            <a:ext cx="6426200" cy="6350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6522700" y="10756900"/>
            <a:ext cx="5664200" cy="1358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2700"/>
            <a:ext cx="24422100" cy="31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0" y="279400"/>
            <a:ext cx="15367000" cy="134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24206200" y="13068300"/>
            <a:ext cx="190500" cy="635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90100" y="12992100"/>
            <a:ext cx="1612900" cy="431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282700"/>
            <a:ext cx="6438900" cy="1892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1545573">
            <a:off x="10731500" y="4762500"/>
            <a:ext cx="39497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06200" y="7353300"/>
            <a:ext cx="29845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546823">
            <a:off x="10706100" y="9918700"/>
            <a:ext cx="40005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90700" y="2501900"/>
            <a:ext cx="8712200" cy="289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3843000" y="3149600"/>
            <a:ext cx="1422400" cy="317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481300" y="4038600"/>
            <a:ext cx="5765800" cy="927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405100" y="2857500"/>
            <a:ext cx="57531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90700" y="5943600"/>
            <a:ext cx="8699500" cy="2895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3843000" y="6591300"/>
            <a:ext cx="1422400" cy="317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494000" y="7480300"/>
            <a:ext cx="6451600" cy="927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417800" y="6299200"/>
            <a:ext cx="6388100" cy="825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503400" y="9385300"/>
            <a:ext cx="8686800" cy="2895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3868400" y="10020300"/>
            <a:ext cx="1422400" cy="317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958300" y="6108700"/>
            <a:ext cx="1028700" cy="1028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945600" y="9525000"/>
            <a:ext cx="1054100" cy="1054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506700" y="10909300"/>
            <a:ext cx="6438900" cy="927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417800" y="9728200"/>
            <a:ext cx="5321300" cy="825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64200" y="4000500"/>
            <a:ext cx="6705600" cy="6705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46800" y="4457700"/>
            <a:ext cx="5727700" cy="5727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23100" y="5321300"/>
            <a:ext cx="3987800" cy="39878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034500" y="2781300"/>
            <a:ext cx="863600" cy="863600"/>
          </a:xfrm>
          <a:prstGeom prst="rect">
            <a:avLst/>
          </a:prstGeom>
        </p:spPr>
      </p:pic>
      <p:sp>
        <p:nvSpPr>
          <p:cNvPr id="28" name="TextBox 27">
            <a:hlinkClick r:id="rId26"/>
            <a:extLst>
              <a:ext uri="{FF2B5EF4-FFF2-40B4-BE49-F238E27FC236}">
                <a16:creationId xmlns:a16="http://schemas.microsoft.com/office/drawing/2014/main" id="{8944E288-0FE9-DD56-ECC0-9BFD9ED9F150}"/>
              </a:ext>
            </a:extLst>
          </p:cNvPr>
          <p:cNvSpPr txBox="1"/>
          <p:nvPr/>
        </p:nvSpPr>
        <p:spPr>
          <a:xfrm>
            <a:off x="838200" y="11346934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26"/>
              </a:rPr>
              <a:t>https://seungukang.github.io/JobScore/frontend/index.html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3C3DB5-A8EB-2441-E668-0E9B3519EF37}"/>
              </a:ext>
            </a:extLst>
          </p:cNvPr>
          <p:cNvSpPr txBox="1"/>
          <p:nvPr/>
        </p:nvSpPr>
        <p:spPr>
          <a:xfrm>
            <a:off x="834025" y="11807422"/>
            <a:ext cx="12212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27"/>
              </a:rPr>
              <a:t>https://youtu.be/lZ3z0DGQkOg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 rot="5400000">
            <a:off x="-863600" y="9664700"/>
            <a:ext cx="11239500" cy="9537700"/>
          </a:xfrm>
          <a:prstGeom prst="rect">
            <a:avLst/>
          </a:prstGeom>
          <a:effectLst>
            <a:outerShdw blurRad="381350" dist="880038">
              <a:srgbClr val="FFFFFF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15060000">
            <a:off x="1701800" y="-1930400"/>
            <a:ext cx="23126700" cy="24104600"/>
          </a:xfrm>
          <a:prstGeom prst="rect">
            <a:avLst/>
          </a:prstGeom>
          <a:effectLst>
            <a:outerShdw blurRad="924879" dist="1067168" dir="11940000">
              <a:srgbClr val="FFFFFF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400" y="12700"/>
            <a:ext cx="24422100" cy="317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3543300"/>
            <a:ext cx="21424900" cy="8890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24206200" y="13068300"/>
            <a:ext cx="190500" cy="635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143000" y="3873500"/>
            <a:ext cx="939800" cy="317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90100" y="12992100"/>
            <a:ext cx="1612900" cy="431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2400" y="5638800"/>
            <a:ext cx="192278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17800" y="4279900"/>
            <a:ext cx="139954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5900" y="1282700"/>
            <a:ext cx="9601200" cy="1892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73300" y="8636000"/>
            <a:ext cx="6819900" cy="1485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19400" y="6324600"/>
            <a:ext cx="1460500" cy="1181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44800" y="7772400"/>
            <a:ext cx="5676900" cy="71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93200" y="8610600"/>
            <a:ext cx="6400800" cy="1485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23500" y="6324600"/>
            <a:ext cx="1460500" cy="1181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23500" y="7772400"/>
            <a:ext cx="4279900" cy="711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078200" y="8636000"/>
            <a:ext cx="5207000" cy="1485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192500" y="6324600"/>
            <a:ext cx="1460500" cy="1181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192500" y="7772400"/>
            <a:ext cx="47625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2700"/>
            <a:ext cx="24422100" cy="31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-177800" y="9829800"/>
            <a:ext cx="24561800" cy="3898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400" y="8521700"/>
            <a:ext cx="73152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100" y="9550400"/>
            <a:ext cx="73152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24206200" y="13068300"/>
            <a:ext cx="190500" cy="635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90100" y="12992100"/>
            <a:ext cx="1612900" cy="43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800" y="5270500"/>
            <a:ext cx="20942300" cy="6642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7800" y="3822700"/>
            <a:ext cx="20929600" cy="1447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0" y="7277100"/>
            <a:ext cx="838200" cy="558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36800" y="4178300"/>
            <a:ext cx="8737600" cy="762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84400" y="8013700"/>
            <a:ext cx="19469100" cy="660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85900" y="1282700"/>
            <a:ext cx="9042400" cy="1892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21234400" y="8826500"/>
            <a:ext cx="838200" cy="55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</Words>
  <Application>Microsoft Office PowerPoint</Application>
  <PresentationFormat>사용자 지정</PresentationFormat>
  <Paragraphs>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강승우</cp:lastModifiedBy>
  <cp:revision>3</cp:revision>
  <dcterms:created xsi:type="dcterms:W3CDTF">2006-08-16T00:00:00Z</dcterms:created>
  <dcterms:modified xsi:type="dcterms:W3CDTF">2026-05-31T09:11:34Z</dcterms:modified>
</cp:coreProperties>
</file>